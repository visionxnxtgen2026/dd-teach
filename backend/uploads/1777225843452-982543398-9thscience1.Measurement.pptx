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4203-FBD1-5DEA-1994-4447628A3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C9C90-7E66-8D2F-B02A-C96AE4C2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B48E3-CC02-6E68-00AD-91C3104C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06B03-3025-B34F-04DC-387E0FF8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473A1-54E9-8C55-08E4-8CEB23F0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33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E75E-3C7E-E81D-C699-12662E8D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ED319-A24C-BCDD-4BA4-339278EC2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26B5C-A500-7FFB-3E15-DF7C318F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2984B-1574-AF40-2394-CFA5C608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877E3-2859-2954-476C-116D6DDA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51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0B0D-90AA-79EC-5154-72CE636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9D8A0-E283-78AF-A45A-65494F46E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6FF4D-2A5D-39B3-6979-DBE48A01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52C48-99C7-1008-6C30-6AD2C05D7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0C82A-74EB-6F68-54AB-2754C0D64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D3E0-C8FD-BB3D-20A4-C3D0F94A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D78D6-4C22-6CB8-4B5E-487FA74BF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7FC5E-9523-097B-0D6E-62431C2D8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06133-B8B7-E8E7-1501-FF8719800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6A7D3-24DC-C959-5DF4-7F40D20E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89CD2-4151-ACF9-982E-13897BA8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9FF2-07AA-EADB-4887-7E1B0445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C1444-0ECE-AB63-8AC1-ADC39AD45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9958C-AA4E-3E15-3548-833DEC3FB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4E373-6282-E723-DE4D-DB053B86F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E18EB-BA4C-B660-FBEB-893448421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2FD70-4A89-0DE2-DA38-B82C3A740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444D5-0C84-BE9C-8B43-F03B235B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80F54-91BE-F245-CAA9-D8556A6A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FA6-055F-B517-C764-44280FC0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27AFF-8202-DF94-1727-6C455A6A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30562-2643-9C4C-324C-E14814E5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D157E-B155-2085-2480-247FA33D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2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DB17C-13DF-721D-55DE-3A7D8528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63ED3-FE8E-BE69-0CA1-B1306CCAC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A6444-11A1-77EE-92F8-521063B2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7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0832-C930-AE9E-DF16-FA378D0B9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BB0-B067-ABC0-878D-C67C4BBB2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C9171-3ACC-E6AE-E936-C9852714E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A5253-6FE1-6CAB-DD8A-C62A50F1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B6881-C285-4117-C676-87DF287C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EEC56-2E11-3940-4245-F47E3AFE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34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6407-C91F-95A7-12EA-3877DA9C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920FB3-7A9A-E82F-520F-2297D222C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90DE6-57C8-6A90-A881-32833A657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00097-00FC-29A8-05B3-1D924B97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6ECDD-88A9-B65D-ECE1-1EC945A3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4C9B9-3A39-6EF5-D1DB-9362EA1D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22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7DBD-1622-8466-1D0D-0227823F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FDA32-1192-B3C5-9316-8936B1C72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D6F76-71CC-0AA1-CD74-731564A4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CB675-9D01-66BD-29EA-48D04D10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4D77D-D14C-6706-1524-2DE8C6D7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89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C22C09-E181-7099-A5B3-4F1B5C7DF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358D6-9440-A8C3-BFA3-5C93263F8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4EB6-7C2D-55BF-AE07-3384B65B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449BF-759E-70AB-B96A-E6C40D76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00B43-7F0E-5DFF-D29A-1879D77A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5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190E82-7854-3E5B-46F8-B651CC3C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62759-8BC3-56AE-9B72-B0A4DF297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44D9F-53FF-CDB1-FF87-F7BD46268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0DB3D-9224-32D7-AC9D-51E8A5E91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473B6-C0F2-4562-4FA3-F09D841BC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54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138DD2-9E09-D01C-A421-E0B1AD4C3A56}"/>
              </a:ext>
            </a:extLst>
          </p:cNvPr>
          <p:cNvSpPr txBox="1"/>
          <p:nvPr/>
        </p:nvSpPr>
        <p:spPr>
          <a:xfrm>
            <a:off x="713509" y="426027"/>
            <a:ext cx="111806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                         </a:t>
            </a:r>
            <a:r>
              <a:rPr lang="en-IN" sz="2400" b="1" dirty="0">
                <a:solidFill>
                  <a:schemeClr val="accent1"/>
                </a:solidFill>
              </a:rPr>
              <a:t>CHAPTER-1 Measurement</a:t>
            </a:r>
            <a:endParaRPr lang="en-IN" b="1" dirty="0">
              <a:solidFill>
                <a:schemeClr val="accent1"/>
              </a:solidFill>
            </a:endParaRPr>
          </a:p>
          <a:p>
            <a:endParaRPr lang="en-IN" dirty="0"/>
          </a:p>
          <a:p>
            <a:r>
              <a:rPr lang="en-IN" sz="2400" b="1" dirty="0">
                <a:solidFill>
                  <a:schemeClr val="accent1"/>
                </a:solidFill>
              </a:rPr>
              <a:t>ANSWER VERY BRIEFLY.</a:t>
            </a: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pPr marL="457200" indent="-457200">
              <a:buAutoNum type="arabicParenR"/>
            </a:pPr>
            <a:r>
              <a:rPr lang="en-IN" sz="2400" b="1" dirty="0"/>
              <a:t>Define measurement.</a:t>
            </a:r>
          </a:p>
          <a:p>
            <a:r>
              <a:rPr lang="en-IN" sz="2400" b="1" dirty="0"/>
              <a:t>          </a:t>
            </a:r>
          </a:p>
          <a:p>
            <a:r>
              <a:rPr lang="en-IN" sz="2400" b="1" dirty="0"/>
              <a:t>            </a:t>
            </a:r>
            <a:r>
              <a:rPr lang="en-IN" dirty="0"/>
              <a:t>Measurement is defined as the process of finding the size, quantity, or degree of a physical quantity by comparing it with a standard unit.   </a:t>
            </a:r>
          </a:p>
          <a:p>
            <a:endParaRPr lang="en-IN" dirty="0"/>
          </a:p>
          <a:p>
            <a:r>
              <a:rPr lang="en-IN" b="1" dirty="0"/>
              <a:t>EXAMPLE:WEIGHT MACHINE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   </a:t>
            </a:r>
          </a:p>
          <a:p>
            <a:r>
              <a:rPr lang="en-IN" dirty="0">
                <a:solidFill>
                  <a:schemeClr val="accent1"/>
                </a:solidFill>
              </a:rPr>
              <a:t>                                                            Known value 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       </a:t>
            </a:r>
            <a:r>
              <a:rPr lang="en-IN" dirty="0">
                <a:solidFill>
                  <a:schemeClr val="accent1"/>
                </a:solidFill>
              </a:rPr>
              <a:t>Unknown value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4" name="AutoShape 2" descr="Market vendor weighing fresh produce">
            <a:extLst>
              <a:ext uri="{FF2B5EF4-FFF2-40B4-BE49-F238E27FC236}">
                <a16:creationId xmlns:a16="http://schemas.microsoft.com/office/drawing/2014/main" id="{1F06B95B-A6AE-5A39-7A96-C5B03CF15B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Market vendor weighing fresh produce">
            <a:extLst>
              <a:ext uri="{FF2B5EF4-FFF2-40B4-BE49-F238E27FC236}">
                <a16:creationId xmlns:a16="http://schemas.microsoft.com/office/drawing/2014/main" id="{411CF206-1DF6-A9EE-D0C1-878AF79156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323986-E95E-61A4-7527-08A40ACB5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620" y="3479752"/>
            <a:ext cx="4035973" cy="249608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B68E22-94B8-FBA2-ECC4-2213CDBBD6ED}"/>
              </a:ext>
            </a:extLst>
          </p:cNvPr>
          <p:cNvCxnSpPr/>
          <p:nvPr/>
        </p:nvCxnSpPr>
        <p:spPr>
          <a:xfrm flipH="1">
            <a:off x="4925291" y="4904509"/>
            <a:ext cx="1170709" cy="436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0FC2BD-9C7D-F22C-9EC9-F2124E7EF325}"/>
              </a:ext>
            </a:extLst>
          </p:cNvPr>
          <p:cNvCxnSpPr>
            <a:cxnSpLocks/>
          </p:cNvCxnSpPr>
          <p:nvPr/>
        </p:nvCxnSpPr>
        <p:spPr>
          <a:xfrm flipH="1">
            <a:off x="6779172" y="5244662"/>
            <a:ext cx="199697" cy="731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54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F1EB4-002E-0080-4E2C-C08F2D15C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06540-5421-1F04-199E-072E668182CE}"/>
              </a:ext>
            </a:extLst>
          </p:cNvPr>
          <p:cNvSpPr txBox="1"/>
          <p:nvPr/>
        </p:nvSpPr>
        <p:spPr>
          <a:xfrm>
            <a:off x="644236" y="550717"/>
            <a:ext cx="109728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2) Define standard unit. 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      A standard unit is a fixed and universally accepted value used for the measurement of physical quantities, ensuring that measurements are consistent and accurate across different places and times.</a:t>
            </a:r>
          </a:p>
          <a:p>
            <a:endParaRPr lang="en-IN" dirty="0"/>
          </a:p>
          <a:p>
            <a:r>
              <a:rPr lang="en-IN" sz="2400" b="1" dirty="0"/>
              <a:t>REAL TIME EXAMPLE:</a:t>
            </a:r>
          </a:p>
          <a:p>
            <a:r>
              <a:rPr lang="en-IN" sz="2400" b="1" dirty="0"/>
              <a:t>                     </a:t>
            </a:r>
          </a:p>
          <a:p>
            <a:endParaRPr lang="en-IN" dirty="0"/>
          </a:p>
          <a:p>
            <a:endParaRPr lang="en-IN" sz="24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B30A2-83FF-CBE4-FCE6-E0569512A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872" y="2622928"/>
            <a:ext cx="4250121" cy="283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38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94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dhivyadharshinigopalakrishnan@gmail.com</dc:creator>
  <cp:lastModifiedBy>dhivyadharshinigopalakrishnan@gmail.com</cp:lastModifiedBy>
  <cp:revision>1</cp:revision>
  <dcterms:created xsi:type="dcterms:W3CDTF">2026-04-25T04:17:37Z</dcterms:created>
  <dcterms:modified xsi:type="dcterms:W3CDTF">2026-04-25T05:17:01Z</dcterms:modified>
</cp:coreProperties>
</file>