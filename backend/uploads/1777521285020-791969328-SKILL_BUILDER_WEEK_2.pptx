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F3F9A-0032-42A4-A89E-610DAA5415B6}" v="14" dt="2026-04-23T14:59:13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77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VICKY" userId="21530b31c8444742" providerId="LiveId" clId="{32A08CD0-3BF3-40B6-94F8-6DDF32173961}"/>
    <pc:docChg chg="undo custSel addSld modSld">
      <pc:chgData name="HARI VICKY" userId="21530b31c8444742" providerId="LiveId" clId="{32A08CD0-3BF3-40B6-94F8-6DDF32173961}" dt="2026-04-23T14:59:13.398" v="63" actId="1076"/>
      <pc:docMkLst>
        <pc:docMk/>
      </pc:docMkLst>
      <pc:sldChg chg="addSp delSp modSp new mod">
        <pc:chgData name="HARI VICKY" userId="21530b31c8444742" providerId="LiveId" clId="{32A08CD0-3BF3-40B6-94F8-6DDF32173961}" dt="2026-04-23T14:59:13.398" v="63" actId="1076"/>
        <pc:sldMkLst>
          <pc:docMk/>
          <pc:sldMk cId="3370325543" sldId="290"/>
        </pc:sldMkLst>
        <pc:spChg chg="del">
          <ac:chgData name="HARI VICKY" userId="21530b31c8444742" providerId="LiveId" clId="{32A08CD0-3BF3-40B6-94F8-6DDF32173961}" dt="2026-04-23T14:54:53.112" v="18"/>
          <ac:spMkLst>
            <pc:docMk/>
            <pc:sldMk cId="3370325543" sldId="290"/>
            <ac:spMk id="2" creationId="{B8AEDB0A-7982-68DA-3CF0-8372FABB2CF0}"/>
          </ac:spMkLst>
        </pc:spChg>
        <pc:spChg chg="del">
          <ac:chgData name="HARI VICKY" userId="21530b31c8444742" providerId="LiveId" clId="{32A08CD0-3BF3-40B6-94F8-6DDF32173961}" dt="2026-04-23T14:40:45.494" v="1" actId="931"/>
          <ac:spMkLst>
            <pc:docMk/>
            <pc:sldMk cId="3370325543" sldId="290"/>
            <ac:spMk id="3" creationId="{D17814A5-E76A-6ACA-BF93-EF3BCB8D0C2E}"/>
          </ac:spMkLst>
        </pc:spChg>
        <pc:spChg chg="add del mod">
          <ac:chgData name="HARI VICKY" userId="21530b31c8444742" providerId="LiveId" clId="{32A08CD0-3BF3-40B6-94F8-6DDF32173961}" dt="2026-04-23T14:54:22.144" v="14"/>
          <ac:spMkLst>
            <pc:docMk/>
            <pc:sldMk cId="3370325543" sldId="290"/>
            <ac:spMk id="7" creationId="{EE81E5D5-7D41-6188-26A2-57478DDA4B96}"/>
          </ac:spMkLst>
        </pc:spChg>
        <pc:spChg chg="add">
          <ac:chgData name="HARI VICKY" userId="21530b31c8444742" providerId="LiveId" clId="{32A08CD0-3BF3-40B6-94F8-6DDF32173961}" dt="2026-04-23T14:54:18.248" v="12"/>
          <ac:spMkLst>
            <pc:docMk/>
            <pc:sldMk cId="3370325543" sldId="290"/>
            <ac:spMk id="8" creationId="{B79668EA-E07C-AEB6-1851-458E76010967}"/>
          </ac:spMkLst>
        </pc:spChg>
        <pc:spChg chg="add mod">
          <ac:chgData name="HARI VICKY" userId="21530b31c8444742" providerId="LiveId" clId="{32A08CD0-3BF3-40B6-94F8-6DDF32173961}" dt="2026-04-23T14:54:49.904" v="17" actId="1076"/>
          <ac:spMkLst>
            <pc:docMk/>
            <pc:sldMk cId="3370325543" sldId="290"/>
            <ac:spMk id="9" creationId="{E7CA917F-EBF5-A865-FDA9-B869A2B84B4E}"/>
          </ac:spMkLst>
        </pc:spChg>
        <pc:spChg chg="add mod">
          <ac:chgData name="HARI VICKY" userId="21530b31c8444742" providerId="LiveId" clId="{32A08CD0-3BF3-40B6-94F8-6DDF32173961}" dt="2026-04-23T14:59:13.398" v="63" actId="1076"/>
          <ac:spMkLst>
            <pc:docMk/>
            <pc:sldMk cId="3370325543" sldId="290"/>
            <ac:spMk id="10" creationId="{872CEC62-8812-D052-1D1A-847684ED736B}"/>
          </ac:spMkLst>
        </pc:spChg>
        <pc:picChg chg="add mod ord">
          <ac:chgData name="HARI VICKY" userId="21530b31c8444742" providerId="LiveId" clId="{32A08CD0-3BF3-40B6-94F8-6DDF32173961}" dt="2026-04-23T14:59:02.023" v="61" actId="1076"/>
          <ac:picMkLst>
            <pc:docMk/>
            <pc:sldMk cId="3370325543" sldId="290"/>
            <ac:picMk id="5" creationId="{DE1FFF2A-7DC4-CFBF-B668-624CD5C0DF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@hrctechinsight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440" y="237490"/>
            <a:ext cx="11198225" cy="6294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63460C-C006-121E-6EFB-04C56DAC0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575" y="309245"/>
            <a:ext cx="9086850" cy="62388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A12165-1CD4-4F73-71B6-07CAA58D65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2635" cy="685927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given: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of N integers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 find: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Largest element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Smallest element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add both and print the result.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2A282C-E1DB-FA75-70A5-D47BF573A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1365" cy="685927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Array:</a:t>
            </a:r>
          </a:p>
          <a:p>
            <a:pPr marL="0" indent="0" algn="ctr">
              <a:buNone/>
            </a:pP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10 20 30 40 50 60 70 80 90 100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 → 10 20 30 40 50 60 70 80 90 100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smallest → 20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largest → 80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20 + 80 = 100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7964DB-FADA-84D0-818A-7BAE4E7D03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1365" cy="685736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 algn="ctr">
              <a:buNone/>
            </a:pP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input N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array elements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the array in ascending order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Find: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smallest →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largest →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[n-3]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both values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result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6E3A43-F521-53FC-5929-7F9639E7D6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1365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8072390"/>
              </p:ext>
            </p:extLst>
          </p:nvPr>
        </p:nvGraphicFramePr>
        <p:xfrm>
          <a:off x="853440" y="518160"/>
          <a:ext cx="10485120" cy="7274560"/>
        </p:xfrm>
        <a:graphic>
          <a:graphicData uri="http://schemas.openxmlformats.org/drawingml/2006/table">
            <a:tbl>
              <a:tblPr/>
              <a:tblGrid>
                <a:gridCol w="524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r>
                        <a:rPr sz="3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arr[0]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sz="4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Smallest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sz="4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[n-1]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arr[n-2]</a:t>
                      </a:r>
                    </a:p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arr[n-3]</a:t>
                      </a:r>
                      <a:endParaRPr sz="4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sz="4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Largest</a:t>
                      </a:r>
                    </a:p>
                    <a:p>
                      <a:r>
                        <a:rPr lang="en-US" sz="40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largest</a:t>
                      </a:r>
                      <a:endParaRPr sz="4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sz="4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9705">
                <a:tc>
                  <a:txBody>
                    <a:bodyPr/>
                    <a:lstStyle/>
                    <a:p>
                      <a:endParaRPr sz="4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altLang="en-US"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Answer = </a:t>
                      </a:r>
                      <a:r>
                        <a:rPr lang="en-US" altLang="en-US" sz="4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altLang="en-US"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+ </a:t>
                      </a:r>
                      <a:r>
                        <a:rPr lang="en-US" altLang="en-US" sz="4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altLang="en-US" sz="4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[n-3]</a:t>
                      </a:r>
                    </a:p>
                    <a:p>
                      <a:endParaRPr sz="4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sz="4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07FA2E7-04B1-002C-753F-E690999B93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5" y="86095"/>
            <a:ext cx="10991850" cy="6362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7912E2-A34D-4A76-7398-7FF1A20371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1365" cy="6857365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CODE EXPLANATION (LINE-BY-LINE):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504825"/>
            <a:ext cx="8180070" cy="58483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94E391-DF90-7B91-2D9C-0C2FA7AD6F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750" y="929005"/>
            <a:ext cx="10066655" cy="39192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CAF70-5FD2-82F9-0157-9DA7BFD280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" y="156210"/>
            <a:ext cx="12049125" cy="65436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F72234-F974-0124-B70D-5BD492AD7A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" y="541020"/>
            <a:ext cx="12190730" cy="5775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245679-DF36-1894-90E9-5113422716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1365" cy="6858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given an array of n integers.</a:t>
            </a:r>
          </a:p>
          <a:p>
            <a:pPr marL="0" indent="0" algn="ctr"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to:</a:t>
            </a:r>
          </a:p>
          <a:p>
            <a:pPr marL="0" indent="0" algn="ctr"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Print all elements of the array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Check if any element appears more than once (duplicate)</a:t>
            </a:r>
          </a:p>
          <a:p>
            <a:pPr marL="0" indent="0" algn="ctr"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duplicate exists → print "The array contains duplicates."</a:t>
            </a:r>
          </a:p>
          <a:p>
            <a:pPr marL="0" indent="0" algn="ctr">
              <a:buNone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→ print "The array does not contain duplicates."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7F9756-5226-1857-FEC5-EC80D8365C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1365" cy="685736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Read input n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Read array elements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Print all elements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Compare each element with others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If any duplicate found → mark as true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Print result based on condition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E148B2-F6BF-F4FB-F3E5-E935D01166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2000" cy="685863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(Simple Trick)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two loops: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Outer loop picks one element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Inner loop checks remaining elements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[j] → duplicate found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6B2E68-71AD-2068-26C6-9774B1383F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1365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	JAVA CODE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7252F-59A2-B623-79F4-BF235FA9C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03" y="492369"/>
            <a:ext cx="10611060" cy="614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D40405-3F4C-0A0E-15E5-ED63E668C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4C6C7C-DFB9-85E4-154C-74A96277F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75" y="1253331"/>
            <a:ext cx="9978577" cy="43513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E79152-16FC-972F-8352-B7AE2A88D9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635" cy="6857365"/>
          </a:xfrm>
        </p:spPr>
        <p:txBody>
          <a:bodyPr/>
          <a:lstStyle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CODE EXPLANATION (LINE-BY-LINE):</a:t>
            </a:r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735" y="1872615"/>
            <a:ext cx="7686040" cy="45065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4D79C6-A026-2A65-61AE-191930626B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635"/>
            <a:ext cx="10964545" cy="68573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8B9613-1F04-7F95-704F-E31002896D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35" y="908050"/>
            <a:ext cx="11500485" cy="50393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D43B36-6157-7BF8-F130-0B7B83A8AC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000" cy="685736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square matrix, find: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Sum of main diagonal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Sum of secondary diagonal</a:t>
            </a:r>
          </a:p>
          <a:p>
            <a:pPr marL="0" indent="0" algn="ctr">
              <a:buNone/>
            </a:pP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Read n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Read matrix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Traverse matrix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Add: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Main diagonal →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j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Secondary diagonal →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 == n - 1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Print both sums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7368BB-2916-3939-0D7A-17F2F7E916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635" cy="6858000"/>
          </a:xfrm>
        </p:spPr>
        <p:txBody>
          <a:bodyPr/>
          <a:lstStyle/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diagonal →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</a:t>
            </a:r>
          </a:p>
          <a:p>
            <a:pPr marL="0" indent="0" algn="ctr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diagonal →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][n -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8D335C-E0D7-0022-9622-528D7AE45B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0960" y="635"/>
            <a:ext cx="12252325" cy="685736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JAVA CODE: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394970"/>
            <a:ext cx="10668635" cy="64630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E4342C-848F-34FC-7F88-61C40F54F6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273915" cy="694753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/>
              <a:t>CODE EXPLANATION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75" y="1012825"/>
            <a:ext cx="7879080" cy="44462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3F002-B220-92CD-7654-50C3A0710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18490"/>
            <a:ext cx="12192635" cy="56203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8FEA13-62AE-1959-F0F4-4B06D75F44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660" y="238125"/>
            <a:ext cx="9465945" cy="66198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6F15D8-D4C3-5130-E9A1-0F03EDDD8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635" cy="685736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sentence and a word, count how many times the word appears.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(Note: Case-sensitive)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Read full sentence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Read target word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Split sentence into words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Compare each word with target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Count matches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Print count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CF1350-2E7C-3536-2ACD-2B5DC3403B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2000" cy="685927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ctr"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0" indent="0" algn="ctr"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split(" ") → convert sentence to array  </a:t>
            </a:r>
          </a:p>
          <a:p>
            <a:pPr marL="0" indent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→ if(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word.equals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(target)) → count++</a:t>
            </a: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BA1DEC-631C-894A-6172-80B4665D90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D6EA95-8167-C590-A414-2772DFEEB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1" y="70338"/>
            <a:ext cx="10490478" cy="62344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A74E29-A5D3-35CF-3BCE-9419146987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4086"/>
          <a:stretch>
            <a:fillRect/>
          </a:stretch>
        </p:blipFill>
        <p:spPr>
          <a:xfrm>
            <a:off x="0" y="474345"/>
            <a:ext cx="12192635" cy="61715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31136A-E7E3-C553-162F-9471A1A267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60" y="471170"/>
            <a:ext cx="11725275" cy="5915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9FB282-5D1B-356C-2A77-50895BA7C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635" cy="685736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string, count vowels and remove them.</a:t>
            </a:r>
          </a:p>
          <a:p>
            <a:pPr marL="0" indent="0" algn="ctr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Read string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Traverse each character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If vowel → count++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Else → add to new string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Print count and modified string</a:t>
            </a:r>
          </a:p>
          <a:p>
            <a:pPr marL="0" indent="0" algn="ctr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vowel → a, e,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o, u (both cases)  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vowel → skip  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→ keep</a:t>
            </a:r>
          </a:p>
          <a:p>
            <a:pPr marL="0" indent="0" algn="ctr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5505D5-2653-36FC-9E9D-37161771C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2000" cy="679069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029E1-0D11-B8D2-4A22-FC2284F2C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0" y="67945"/>
            <a:ext cx="11374734" cy="67221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758C25-5B88-66AD-E1D8-A23867A7E2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" y="6270257"/>
            <a:ext cx="523492" cy="5227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1FFF2A-7DC4-CFBF-B668-624CD5C0D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25" y="6078173"/>
            <a:ext cx="610495" cy="609577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72CEC62-8812-D052-1D1A-847684ED7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96347" y="1228397"/>
            <a:ext cx="799930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Learn. Practice. Improve.</a:t>
            </a:r>
            <a:b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| Aptitude | Coding Problem</a:t>
            </a: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b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Explained in Tamil</a:t>
            </a:r>
            <a:b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YouTube: HRC Tech</a:t>
            </a:r>
            <a:b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https://youtube.com/@hrctechinsights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25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268"/>
  <p:tag name="TABLE_ENDDRAG_RECT" val="67*41*825*26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562</Words>
  <Application>Microsoft Office PowerPoint</Application>
  <PresentationFormat>Widescreen</PresentationFormat>
  <Paragraphs>137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Learn. Practice. Improve.  Java | Aptitude | Coding Problems Explained in Tamil  YouTube: HRC Tech https://youtube.com/@hrctechinsights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HARI VICKY</cp:lastModifiedBy>
  <cp:revision>5</cp:revision>
  <dcterms:created xsi:type="dcterms:W3CDTF">2025-07-23T00:59:00Z</dcterms:created>
  <dcterms:modified xsi:type="dcterms:W3CDTF">2026-04-23T14:59:17Z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BD304CDFC124446AA935DDE7008DFA0F_11</vt:lpwstr>
  </property>
  <property fmtid="{D5CDD505-2E9C-101B-9397-08002B2CF9AE}" pid="3" name="KSOProductBuildVer">
    <vt:lpwstr>1033-12.2.0.23196</vt:lpwstr>
  </property>
</Properties>
</file>